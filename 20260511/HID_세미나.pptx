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AMHS · ATLAS · 기술 세미나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layout.xml 에서 실시간 카운트까지 — 처음부터 끝까지 한 번에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36576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846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AMHS운영팀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smartATLAS · HID Zone Architecture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다룰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6단계 + FAQ + DB 정리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한 줄과 전체 흐름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06640" y="1463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HID는 우리가 만든 게 아니라 layout.xml 을 그대로 읽은 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— layout.xml 의 McpZone 구조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 / vehicle-max / Entry / Exit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560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— XML 파싱 (Python + Java)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06640" y="2560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Mcp75Config → RawHid N개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108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— 번지 → HID 매핑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06640" y="3108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addr_to_zone Dict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657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— RailEdge 에 hidId 부여 (자바 DFS) 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0664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부팅 시 단 1회, 가장 중요한 단계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— 3개 마스터 테이블 적재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4206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ATLAS_HID_INFO 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754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1600" y="4754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— 운영 중 실시간 카운트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06640" y="4754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단위 {FAB}_ATLAS_HID_INOUT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035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71600" y="5303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 · DB 테이블 · 코드 점프 가이드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06640" y="5303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묻는 질문과 빠른 참조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핵심 한 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한 문장만 가져가도 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109728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구역은 우리가 만든 게 아니라
</a:t>
            </a:r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layout.xml </a:t>
            </a:r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</a:t>
            </a:r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&lt;group name="McpZone{N}"&gt; </a:t>
            </a:r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그대로 읽은 것.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한 일은 (1) XML 파싱, (2) RailEdge 에 hidId 부여 (DFS), (3) DB 적재, (4) 실시간 카운트.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26289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937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4937760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XML 파싱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60420" y="4754880"/>
            <a:ext cx="26289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4740" y="49377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47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74820" y="4937760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hidId 부여 (DFS)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4754880"/>
            <a:ext cx="26289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49377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86600" y="4937760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적재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83980" y="4754880"/>
            <a:ext cx="26289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58300" y="493776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5830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898380" y="4937760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카운트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📐 전체 흐름 한 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 부터 Step 6 까지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7772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25880" y="1417320"/>
            <a:ext cx="102870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417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설비팀이 layout.xml 작성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0" y="1417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McpZone1, 2, 3... 정의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7772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574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25880" y="2057400"/>
            <a:ext cx="102870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0574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XML 안에 HID 정의 들어있음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0" y="2057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id, vehicle-max, Entry, Exit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7772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974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25880" y="2697480"/>
            <a:ext cx="102870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2697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SmartAtlas 부팅 시 XML 파싱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2697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Mcp75Config → RawHid N개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7772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375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25880" y="3337560"/>
            <a:ext cx="102870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33375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입출구 번지 → HID 매핑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89520" y="3337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addr_to_zone Dict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77724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776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325880" y="3977640"/>
            <a:ext cx="10287000" cy="548640"/>
          </a:xfrm>
          <a:prstGeom prst="rect">
            <a:avLst/>
          </a:prstGeom>
          <a:solidFill>
            <a:srgbClr val="FEF2F2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3977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DFS 로 모든 RailEdge 에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railEdge.setHIDId 부여 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89520" y="3977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부팅 시 단 1회 — 가장 중요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617720"/>
            <a:ext cx="7772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6177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325880" y="4617720"/>
            <a:ext cx="102870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08760" y="4617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마스터 테이블 적재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89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ATLAS_HID_INFO 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7772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2578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325880" y="5257800"/>
            <a:ext cx="102870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5257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 차량 메시지마다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카운트 → 1분 적재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589520" y="5257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{FAB}_ATLAS_HID_INOUT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— layout.xml 에 모든 게 들어있다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설비팀이 작성한 XML 한 파일이 진실의 원천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핵심 사실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번호는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설비팀이 매김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우리는 그대로 사용
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McpZone1, McpZone2, ... 그룹마다 1개의 HID
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그룹 안에 </a:t>
            </a:r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Entry / Exit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서브그룹이 들어있음
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Entry / Exit 는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(start, end) 번지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쌍으로 표현
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변경 = layout.xml 수정 → 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재기동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54480"/>
            <a:ext cx="576072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164592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&lt;group name="McpZone1" type="mcpzone.McpZone"&gt;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&lt;param key="id" value="1"/&gt;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&lt;param key="vehicle-max" value="20"/&gt;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&lt;param key="vehicle-precaution" value="15"/&gt;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 name="Entry1" type="mcpzone.Entry"&gt;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&lt;param key="start" value="3048"/&gt;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&lt;param key="end"   value="3023"/&gt;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&lt;/group&gt;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 name="Entry2" type="mcpzone.Entry"&gt;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&lt;param key="start" value="3100"/&gt;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&lt;param key="end"   value="3120"/&gt;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&lt;/group&gt;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 name="Exit1" type="mcpzone.Exit"&gt;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&lt;param key="start" value="3500"/&gt;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&lt;param key="end"   value="3525"/&gt;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&lt;/group&gt;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6355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layout.xml (발췌)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— XML에서 추출되는 8개 정보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HID1 의 실제 예시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114800"/>
                <a:gridCol w="4754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추출값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XML 위치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HID1 의 예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HID_ID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&lt;param key="id"&gt;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Vehicle_Max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&lt;param key="vehicle-max"&gt;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Vehicle_Precaution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&lt;param key="vehicle-precaution"&gt;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IN_COUNT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&lt;Entry&gt; 그룹 개수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OUT_COUNT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&lt;Exit&gt; 그룹 개수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IN_Lanes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Entry start→end 모음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3048→3023; 3100→3120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OUT_Lanes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Exit start→end 모음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3500→3525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ZCU_ID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Entry 의 stop-zcu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ZCU01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HID1, HID2 ... 의 번호는 layout.xml 만든 설비팀이 매긴 것 — 우리는 일절 손대지 않음.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— XML 파싱 (Python + Java 양쪽)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분석은 Python, 실서비스는 Java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3492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  Python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OHT3/hid_zone_csv_cre.py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분석 / CSV 출력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mcp_zones Dict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HID_ZONE_Master.csv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McpZone / Entry / Exit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파싱과 mcp_zones 구성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54480"/>
            <a:ext cx="534924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544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☕  Java  (실서비스)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194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main/data/raw/Mcp75Config.java:295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26517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SmartAtlas 부팅 시 실제 사용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RawHid 객체 N개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rawHidMap 에 적재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동일하지만 Step 4 의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DFS 빌드 입력으로 사용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— Python 파싱 핵심 로직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OHT3/hid_zone_csv_cre.py:136-309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lines: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McpZone 그룹 발견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'&lt;group name="McpZone' in line and 'mcpzone.McpZone"' in line: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match = re.search(r'McpZone(\d+)', line)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current_mcp_id = int(match.group(1))   # 1, 2, 3...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파라미터 추출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'&lt;param' in line: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   = re.search(r'key="([^"]+)"',   line).group(1)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 = re.search(r'value="([^"]*)"', line).group(1)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in_entry: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key == 'start':   entry_start = int(value)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key == 'end':   entry_end   = int(value)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in_exit: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key == 'start':   exit_start = int(value)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key == 'end':   exit_end   = int(value)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key == 'id':            current_zone_id = int(value)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key == 'vehicle-max': vehicle_max     = int(value)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그룹 종료 → mcp_zones[zone_id] 에 누적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'&lt;/group&gt;' in line: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in_entry:  current_entries.append((entry_start, entry_end))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in_exit: current_exits.append((exit_start, exit_end))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mcp_zones[current_zone_id]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'entries': current_entries.copy(),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'exits':   current_exits.copy(),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'vehicle_max': vehicle_max, ... 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— Java RawHid 객체 생성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Mcp75Config.java:295-308 · 시스템 전체 RawHid 개수 = HID 개수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685800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6583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RawHid rh = new RawHid(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id,                    // ← &lt;param key="id"&gt;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loopEntrySet,          // ← &lt;Entry&gt; (start, end) 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exitSet,               // ← &lt;Exit&gt; (start, end) 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vhlMax,                // ← &lt;param key="vehicle-max"&gt;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vhlPreCaution,         // ← &lt;param key="vehicle-precaution"&gt;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zoneCarrierType,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autoCloseSet,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autoCloseVhlCntDisable,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autoCloseVhlCntRestore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this.rawHidMap.put(rh.getId() + ":" + rh.getSubId(), rh);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1554480"/>
            <a:ext cx="4023360" cy="3108960"/>
          </a:xfrm>
          <a:prstGeom prst="rect">
            <a:avLst/>
          </a:prstGeom>
          <a:solidFill>
            <a:srgbClr val="FEF2F2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🔑 핵심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210312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RawHid 1개 = HID 1개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rawHidMap 에 들어가는
인스턴스 개수가
곧 시스템 전체 HID 개수
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Step 4 의 DFS 가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입력으로 받아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RailEdge 에 hidId 부여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029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결과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rawHidMap = { "M14A:001": RawHid#1,  "M14A:002": RawHid#2,  "M14A:003": RawHid#3, ... 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— 번지 → HID 매핑 (Python)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Entry/Exit 의 4번지를 모두 그 HID 에 매핑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685800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build_addr_to_zone_mapping(mcp_zones):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addr_to_zone = 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zone_id, zone_data in mcp_zones.items():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Entry/Exit 의 start/end 모두 이 HID 에 매핑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entry_start, entry_end in zone_data['entries']: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addr_to_zone[entry_start] = {'zone_id': zone_id}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addr_to_zone[entry_end]   = {'zone_id': zone_id}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exit_start, exit_end in zone_data['exits']: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addr_to_zone[exit_start] = {'zone_id': zone_id}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addr_to_zone[exit_end]   = {'zone_id': zone_id}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addr_to_zone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89520" y="1554480"/>
            <a:ext cx="402336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단순함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0" y="2103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입출구 4번지(start·end × Entry+Exit)를 그대로 "zone_id" 에 박는다.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31089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Dict 한 번 조회로 "이 번지가 어느 HID 인가?" 답 가능.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64240" cy="1554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이건 입출구만 매핑한다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내부의 중간 RailEdge 들 (예: 3050, 3055, 3060...) 은 여기서 채워지지 않음.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그건 Step 4 의 자바 DFS 가 채운다 (다음 슬라이드 핵심 ★)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· 가장 중요한 단계 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RailEdge 에 hidId 부여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자바가 부팅 시 DFS 로 단 1회 — 이게 안 되면 전부 무너짐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432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08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layout.xml 에는 Entry/Exit 입출구만 들어있다.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start 3048 ─── 3050 ─── 3055 ─── 3060 ─── Exit end 3525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↑       ↑       ↑   (XML 에 명시 없음)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엣지에서 출발 → 인접 엣지 따라가며 Exit 만날 때까지 모두 수집 → 전부 setHIDId.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— 자바 핵심 코드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DataService.java:3104-3175 · 로그: "Setting Initial HID"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this._START_PROCESS_LOG(++sequence, "Setting Initial HID");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(String mcpName : mcp75ConfigMap.keySet())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 Map&lt;String, RawHid&gt; mapHid = mcp75ConfigMap.get(mcpName).getRawHidMap();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pool.submit(() -&gt; mapHid.values().parallelStream().forEach(rawHid -&gt;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final Set&lt;String&gt; mapRailEdgeId = new HashSet&lt;&gt;();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final int hidId = rawHid.getId();          // 1, 2, 3...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(LoopEntry loopEntry : rawHid.getLoopEntrySet())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final int fromAddress = loopEntry.getEntryLaneStart();   // 3048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final int toAddress   = loopEntry.getEntryLaneEnd();     // 3023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(RawEdge rawEdge : mapFromNode2RawEdgeMap.get(mcpName).get(fromAddress))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(rawEdge.toNode == toAddress)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// ★ DFS 시작 — Exit 만날 때까지 인접 엣지 수집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this._collectZoneElement(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mapFromNode2RawEdgeMap.get(mcpName),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rawHid.getExitSet(),       // 멈춤 조건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rawEdge, mapRailEdgeId, 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★ 수집된 모든 RailEdge 에 hidId 부여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(String railEdgeId : mapRailEdgeId)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tmpRailEdgeMap.get(railEdgeId).setHIDId(hidId);   // ← 이 한 줄!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})).get();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— DFS 종료 조건과 결과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안전하게 멈춰야 함 — 3가지 조건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⛔ DFS 종료 조건 3가지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Exit set 도달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— 목표한 출구에 닿음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943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Dead 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종단 — 더 이상 인접 엣지 없음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943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16052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방문한 엣지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434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사이클 방지 — 무한 루프 차단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결과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58000" y="2194560"/>
            <a:ext cx="475488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부팅 전 (초기값)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2743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RailEdge.hidId = -1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 DFS 부팅 빌드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4114800"/>
            <a:ext cx="4754880" cy="146304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부팅 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4663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RailEdge.hidId = 1, 2, 3, ...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27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— DB 마스터 테이블 적재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RailEdge.hidId (인메모리) → Logpresso 3개 테이블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128016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부팅 시 1회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645920"/>
            <a:ext cx="97840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7830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ATLAS_HID_INFO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23317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→ 번지 목록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28016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3063240"/>
            <a:ext cx="97840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32004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{FAB}_ATLAS_INFO_HID_INOUT_MAS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3749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인접 관계 (FROM_HIDID → TO_HIDID)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280160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72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4480560"/>
            <a:ext cx="97840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461772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{FAB}_ATLAS_HID_INFO_MAS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11680" y="516636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메타 (레일길이/속도/포트수/VHL_MAX)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부팅 시 한번 박힌 HID 매핑이 Logpresso 에 적재되어, 모든 후속 분석의 기준이 됨.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— ATLAS_HID_INFO 적재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DataService.java:4406-4444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13232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6858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(Map.Entry&lt;String, List&lt;String&gt;&gt; entry : tmpHidMap.entrySet())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String[] split = entry.getKey().split(":");   // "M14A:MCP01:001"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fabId   = split[0];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mcpName = split[1];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hidId   = Integer.parseInt(split[2]);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(String address : entry.getValue())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Tuple t = new Tuple();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t.put("FAB_ID", fabId);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t.put("MCP_NM", mcpName);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t.put("HID_ID", hidId);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t.put("ADDR_NO", address);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logpressoData.add(t);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LogpressoAPI.setInsertTuples("ATLAS_HID_INFO", logpressoData, 20);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63840" y="1554480"/>
            <a:ext cx="374904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 결과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ATLAS_HID_INFO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24688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FAB_ID  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MCP_NM  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HID_ID  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ADDR_NO  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389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1개당 그 안에 속한 모든 번지가 한 줄씩 적재됨.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— 일 배치: HID_INFO_MAS 갱신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HidEdgeInOutUpdateMasterBatch.java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685800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6583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Map&lt;Integer, Double&gt;       railLenByHid    = new HashMap&lt;&gt;();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Map&lt;Integer, List&lt;Double&gt;&gt; velocitiesByHid = new HashMap&lt;&gt;();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Map&lt;Integer, Integer&gt;      portCntByHid    = new HashMap&lt;&gt;();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(AbstractEdge ae : edgeMap.values())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(!(ae instanceof RailEdge)) continue;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RailEdge re = (RailEdge) ae;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hidId = re.getHIDId();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(hidId &lt;= 0) continue;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railLenByHid.merge(hidId, re.getLength(), Double::sum);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velocitiesByHid.computeIfAbsent(hidId, k -&gt; new ArrayList&lt;&gt;())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.add(re.getMaxVelocity());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portCntByHid.merge(hidId, re.getPortIdList().size(), Integer::sum);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HID_INFO_MAS 적재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89520" y="1554480"/>
            <a:ext cx="402336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 항목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railLen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RailEdge 길이 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속도 평균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portCnt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ID 개수 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27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— 운영 중 실시간 사용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UDP → HID 카운트 → 1분 후 Logpresso 적재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76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20240"/>
            <a:ext cx="167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OHT 차량 UDP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수신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70760" y="182880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07920" y="1828800"/>
            <a:ext cx="176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3640" y="1920240"/>
            <a:ext cx="167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OhtMsgWorker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53640" y="274320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_updateVehicle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30040" y="182880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67200" y="1828800"/>
            <a:ext cx="1767840" cy="1371600"/>
          </a:xfrm>
          <a:prstGeom prst="rect">
            <a:avLst/>
          </a:prstGeom>
          <a:solidFill>
            <a:srgbClr val="FEF2F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2920" y="1920240"/>
            <a:ext cx="167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railEdge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.getHIDId()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12920" y="274320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Step 4 결과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182880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176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920240"/>
            <a:ext cx="167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바뀌었나?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74320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vs 현재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48600" y="182880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985760" y="1828800"/>
            <a:ext cx="176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31480" y="1920240"/>
            <a:ext cx="167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CountMap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merge +1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31480" y="274320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키별 누적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707880" y="182880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45040" y="1828800"/>
            <a:ext cx="176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0760" y="1920240"/>
            <a:ext cx="167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flush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Logpresso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90760" y="274320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{FAB}_HID_INOUT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110642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🔑 핵심 동작 한 줄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메시지마다 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railEdge.getHIDId()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 현재 HID 확인 →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직전 메시지와 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다르면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edgeInOutCountMap 에 +1 → 1분 후 flush.
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HID 안에서 이동하는 동안은 카운트하지 않음. "HID 가 바뀌는 순간" 만 잡는다.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27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— _processHidInout 로직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OhtMsgWorkerRunnable.java:473-522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_processHidInout(int currentHidId, Vhl vehicle, FunctionItem fi)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previousHidId = vehicle.getHidId();      // 직전 메시지의 HID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(previousHidId != currentHidId) {         // HID 가 바뀌면 카운트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차량/설비 정보 추출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vhlName =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eqpName =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보조 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   vhlCountLimit  = RawHid.vhlMax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   vhlPrecaution  = RawHid.vhlPreCaution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freeFlowSpeed  = 현재 HID 의 RailEdge velocity 평균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   hidValue       = DataSet.hidVehicleCountMap[fab:mcp:HID]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11필드 키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edgeKey = String.format(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"%03d:%03d:%s:%s:%s:%s:%s:%s:%s:%s:%s",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previousHidId, currentHidId, this.fabId, this.mcpName,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vehicle.getFabId(), vhlName, eqpName,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vhlCountLimit, vhlPrecaution, freeFlowSpeed, hidValue);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카운트 +1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DataService.getDataSet().getEdgeInOutCountMap()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.merge(edgeKey, 1, Integer::sum);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— 1분 후 Logpresso 적재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HidEdgeInOutQueueFlushBatch · 14개 컬럼 Tuple 변환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누적 map 통째로 swap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HashMap&lt;String, Integer&gt; copyMap = new HashMap&lt;&gt;();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DataSet.edgeInOutCountMap.forEach((k, v) -&gt; copyMap.put(new String(k), v));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DataSet.setEdgeInOutCountMap(new ConcurrentHashMap&lt;&gt;());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Tuple 14개 컬럼으로 변환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(entry : copyMap)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String[] parts = entry.getKey().split(":");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Tuple t = new Tuple();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t.put("EVENT_DATE", eventDate);    t.put("EVENT_DT", eventDt);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t.put("FROM_HIDID", parts[0]);     t.put("TO_HIDID", parts[1]);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t.put("TRANS_CNT", entry.getValue());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t.put("FAB_ID", parts[4]);         t.put("VHL_ID", parts[5]);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t.put("EQP_ID", parts[6]);         t.put("MCP_NM", parts[3]);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t.put("ENV", Env.getEnv());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t.put("VHL_COUNT_LIMIT", parts[7]);  t.put("VHL_PRECAUTION", parts[8]);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t.put("FREE_FLOW_SPEED", parts[9]); t.put("HID_VALUE", parts[10]);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fabIdTuples[parts[2]].add(t);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FAB 별로 적재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LogpressoAPI.setInsertTuples(fabId + "_ATLAS_HID_INOUT", tuples, 100);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27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❓ 자주 묻는 질문 (1/2)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가장 자주 받은 질문 3가지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64008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188720" y="1554480"/>
            <a:ext cx="104241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번호는 누가 정했나?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설비팀이 layout.xml 만들 때 매김. 우리는 그 ID 를 그대로 가져옴.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64008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188720" y="3063240"/>
            <a:ext cx="104241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안에 어떤 RailEdge 가 속하는지 어떻게 알았나?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703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layout.xml 에는 Entry/Exit 입출구만 있음. 자바가 부팅 시 DFS 로 그 사이의 모든 RailEdge 를 찾아서 setHIDId().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64008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7200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188720" y="4572000"/>
            <a:ext cx="104241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IN_COUNT 가 왜 3 이고 OUT_COUNT 는 2 인가?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212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XML 안에 &lt;group name="Entry..."&gt; 가 3개, &lt;group name="Exit..."&gt; 가 2개라서. 그게 전부.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❓ 자주 묻는 질문 (2/2)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/ 안정성 관련 — 가장 중요한 함정 포함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64008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188720" y="1554480"/>
            <a:ext cx="104241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가 바뀌면 어떻게 하나?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layout.xml 새로 받아서 서버 재기동. 실시간 변경은 안 됨.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64008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188720" y="3063240"/>
            <a:ext cx="1042416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 데이터 흐름은?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703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메시지마다 railEdge.getHIDId() → 직전과 다르면 edgeInOutCountMap 에 카운트 → 1분 후 {FAB}_ATLAS_HID_INOUT 에 적재.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640080" cy="1325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72000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188720" y="4572000"/>
            <a:ext cx="10424160" cy="1325880"/>
          </a:xfrm>
          <a:prstGeom prst="rect">
            <a:avLst/>
          </a:prstGeom>
          <a:solidFill>
            <a:srgbClr val="FEF2F2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HID_INOUT 스위치만 켜면 되나? ⚠️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212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아니. VHL_CNT 도 같이 켜야 vehicle.setHidId() 가 호출됨. 그게 안 되면 previousHidId 가 영구히 -1 로 고정되어 매 메시지마다 잘못 전환 인식.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 DB 테이블 정리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관련 Logpresso 5개 테이블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  <a:gridCol w="5577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테이블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컬럼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ATLAS_HID_INFO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부팅 시 1회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FAB_ID, MCP_NM, HID_ID, ADDR_NO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{FAB}_ATLAS_INFO_HID_INOUT_MAS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FROM_HIDID, TO_HIDID, EDGE_ID, EDGE_TYPE (IN/OUT/INTERNAL)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{FAB}_ATLAS_HID_INFO_MAS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HID_ID, RAIL_LEN_TOTAL, FREE_FLOW_SPEED, VHL_MAX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{FAB}_ATLAS_HID_INOUT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EVENT_DT, FROM_HIDID, TO_HIDID, TRANS_CNT, VHL_ID, EQP_ID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ATLAS_OHT_VHL_CNT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10/30/60초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 별 현재 차량 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분석/모니터링 쿼리는 모두 이 5개 테이블에서 출발한다.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🔎 핵심 코드 점프 가이드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추후 디버깅 / 분석 시 바로 이 위치로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35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알고 싶은 것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파일:라인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Python XML 파싱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OHT3/hid_zone_csv_cre.py:136-309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Python addr→zone 매핑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OHT3/hid_zone_csv_cre.py:310-334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Java RawHid 생성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main/.../data/raw/Mcp75Config.java:295-308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Java HID 부팅 빌드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main/.../util/DataService.java:3104-3175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Java setHIDId 호출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main/.../util/DataService.java:3157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Java DFS 재귀 (_collectZoneElement)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main/.../util/DataService.java:3612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Java Logpresso 적재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main/.../util/DataService.java:4406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Java 일배치 마스터 갱신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main/.../batch/HidEdgeInOutUpdateMasterBatch.java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Java 실시간 카운트 (_processHidInout)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main/.../process/OhtMsgWorkerRunnable.java:473-522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Java 1분 flush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main/.../batch/HidEdgeInOutQueueFlushBatch.java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92240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구역 생성과 사용 · AMHS운영팀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— 5줄로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이것만 기억하자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7432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4688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 는 layout.xml 의 &lt;McpZone&gt; 그룹을 그대로 읽은 것.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82112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은 오프라인 분석용, Java 는 실서비스 부팅용.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95344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89534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의 DFS 가 모든 RailEdge 에 hidId 를 박는다 — 부팅 시 단 1회 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608576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608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60857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중에는 "HID 가 바뀌는 순간" 만 잡아서 1분 단위로 적재.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321808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3218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HID_INOUT 만 켜면 안 된다 — VHL_CNT 도 같이 켜야 한다. ⚠️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6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4709160" y="3749040"/>
            <a:ext cx="27432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9319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주세요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AMHS운영팀 · 추가 문의 환영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 구역 생성과 사용</dc:title>
  <dc:subject>PptxGenJS Presentation</dc:subject>
  <dc:creator>AMHS운영팀</dc:creator>
  <cp:lastModifiedBy>AMHS운영팀</cp:lastModifiedBy>
  <cp:revision>1</cp:revision>
  <dcterms:created xsi:type="dcterms:W3CDTF">2026-05-21T23:49:35Z</dcterms:created>
  <dcterms:modified xsi:type="dcterms:W3CDTF">2026-05-21T23:49:35Z</dcterms:modified>
</cp:coreProperties>
</file>