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914400"/>
            <a:ext cx="2926080" cy="2926080"/>
          </a:xfrm>
          <a:prstGeom prst="ellipse">
            <a:avLst/>
          </a:prstGeom>
          <a:solidFill>
            <a:srgbClr val="14B8A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0" y="365760"/>
            <a:ext cx="1463040" cy="1463040"/>
          </a:xfrm>
          <a:prstGeom prst="ellipse">
            <a:avLst/>
          </a:prstGeom>
          <a:solidFill>
            <a:srgbClr val="5EEAD4">
              <a:alpha val="20000"/>
            </a:srgbClr>
          </a:solidFill>
          <a:ln/>
        </p:spPr>
      </p:sp>
      <p:pic>
        <p:nvPicPr>
          <p:cNvPr id="4" name="Image 0" descr="icons/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863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 FAB · AMHS 반송 정체 사전 예측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HUBROOM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예측 작업 보고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22960" y="416052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43159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51560" y="4956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고도화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5303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hubroom_predictor.py v6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416052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3159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0" y="4956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운영로그 파서 V2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5303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정답지(Episode) 생성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0" y="416052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43159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092440" y="4956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주변 HID 파악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92440" y="5303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리프터 개별 ID 특정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2026-06-16   ·   검증기간 2026-04 ~ 05 (56일)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룰베이스 고도화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3441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hubroom_predictor.py  v6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48132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영역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(M16HUB/M14/M14B/M16A/M16B/M16/M16_PKT/M16_WT)을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매분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룰 평가 → 위험 점수·등급 산출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7240" y="2148840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240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진동 흡수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569464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잠깐 떨어졌다 다시 올라도 같은 사건으로 묶음 (gap 60분)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099816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319125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차단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100 미만은 사건 기록 X — 모니터링만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4050792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142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장애유형 라벨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4471416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HUB-FAB정체 / HUB-리프터역증가 / M14-Sorter대기 자동 분류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5001768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0120" y="5093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지속성·재발생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5422392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"지속 N분", "재발 N회" 컬럼 — 운영자 즉시 파악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053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등급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286000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2286000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328416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328416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70832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4370832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13248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6" name="Text 23"/>
          <p:cNvSpPr/>
          <p:nvPr/>
        </p:nvSpPr>
        <p:spPr>
          <a:xfrm>
            <a:off x="5413248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55664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55664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발동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18120" y="2148840"/>
            <a:ext cx="3657600" cy="4343400"/>
          </a:xfrm>
          <a:prstGeom prst="roundRect">
            <a:avLst>
              <a:gd name="adj" fmla="val 225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37744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5496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  (2026-04 ~ 05)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092440" y="292608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4200" dirty="0"/>
          </a:p>
        </p:txBody>
      </p:sp>
      <p:sp>
        <p:nvSpPr>
          <p:cNvPr id="33" name="Text 29"/>
          <p:cNvSpPr/>
          <p:nvPr/>
        </p:nvSpPr>
        <p:spPr>
          <a:xfrm>
            <a:off x="8119872" y="3675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등급(160+) 정밀도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092440" y="4096512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+32분</a:t>
            </a:r>
            <a:endParaRPr lang="en-US" sz="4200" dirty="0"/>
          </a:p>
        </p:txBody>
      </p:sp>
      <p:sp>
        <p:nvSpPr>
          <p:cNvPr id="35" name="Text 31"/>
          <p:cNvSpPr/>
          <p:nvPr/>
        </p:nvSpPr>
        <p:spPr>
          <a:xfrm>
            <a:off x="8119872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사전 예측 (메신저 대비)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8092440" y="526694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0.5건</a:t>
            </a:r>
            <a:endParaRPr lang="en-US" sz="4200" dirty="0"/>
          </a:p>
        </p:txBody>
      </p:sp>
      <p:sp>
        <p:nvSpPr>
          <p:cNvPr id="37" name="Text 33"/>
          <p:cNvSpPr/>
          <p:nvPr/>
        </p:nvSpPr>
        <p:spPr>
          <a:xfrm>
            <a:off x="8119872" y="6016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발동 — 알람 피로도 낮음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운영로그 파서 V2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7724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메신저 채팅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구조화된 </a:t>
            </a:r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목록(Episode)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룰베이스 채점용 정답지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1627632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0E2A3B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6276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"Deadlock 으로 OHT 정체중입니다"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77840" y="1627632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309360" y="162763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  </a:t>
            </a:r>
            <a:pPr indent="0" marL="0">
              <a:buNone/>
            </a:pPr>
            <a:r>
              <a:rPr lang="en-US" sz="14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18:34 / 정체·병목 / OHT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1" name="Image 1" descr="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54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6종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78408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 / action / recovery / rollback / cancel / normal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65576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94176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6" name="Image 2" descr="icons/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3154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66744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장애유형 7종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666744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정체·병목 / 브릿지 / 리프터 / CNV / MLUD / 통신·에러 / 기타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53912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1" name="Image 3" descr="icons/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 묶기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55080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1건에 여러 채팅 = 1건으로 (거품 제거)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842248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070848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6" name="Image 4" descr="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008" y="31546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43416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처리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043416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orphan(선행 fault 없는 복구) · CAPA변경(운영자 조치)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7240" y="53492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0" name="Image 5" descr="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650992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828800" y="54864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62건 메시지</a:t>
            </a:r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장애 4건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1828800" y="6035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(예시 5/25) 과대 카운트 제거 후 룰베이스 성능을 정확히 측정 가능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li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리프터 주변 HID 파악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R-C 룰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(리프터 역증가 감지)이 단순 카운트를 넘어 </a:t>
            </a:r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리프터를 개별 ID로 특정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1783080"/>
            <a:ext cx="6035040" cy="1005840"/>
          </a:xfrm>
          <a:prstGeom prst="roundRect">
            <a:avLst>
              <a:gd name="adj" fmla="val 6364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87552" y="2039112"/>
            <a:ext cx="502920" cy="50292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7" name="Image 1" descr="icons/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2938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 신호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691640" y="22860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M16HUB 리프터 역증가 개수 (rev_count) + 20분 트렌드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77240" y="2898648"/>
            <a:ext cx="6035040" cy="1005840"/>
          </a:xfrm>
          <a:prstGeom prst="roundRect">
            <a:avLst>
              <a:gd name="adj" fmla="val 6364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87552" y="3154680"/>
            <a:ext cx="502920" cy="50292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2" name="Image 2" descr="icons/f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64408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0449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HID 파악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691640" y="340156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rev_lids = 역증가 리프터 ID 목록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77240" y="4014216"/>
            <a:ext cx="6035040" cy="1005840"/>
          </a:xfrm>
          <a:prstGeom prst="roundRect">
            <a:avLst>
              <a:gd name="adj" fmla="val 6364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87552" y="4270248"/>
            <a:ext cx="502920" cy="50292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7" name="Image 3" descr="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379976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16052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91640" y="4517136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역증가 ≥ 4개 → R-C 발동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086600" y="1783080"/>
            <a:ext cx="4389120" cy="3273552"/>
          </a:xfrm>
          <a:prstGeom prst="roundRect">
            <a:avLst>
              <a:gd name="adj" fmla="val 2235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36092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예시 — 역증가 5개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360920" y="2468880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091E2B"/>
          </a:solidFill>
          <a:ln/>
        </p:spPr>
      </p:sp>
      <p:sp>
        <p:nvSpPr>
          <p:cNvPr id="23" name="Text 17"/>
          <p:cNvSpPr/>
          <p:nvPr/>
        </p:nvSpPr>
        <p:spPr>
          <a:xfrm>
            <a:off x="7360920" y="24688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6ABL6021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7360920" y="2962656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091E2B"/>
          </a:solidFill>
          <a:ln/>
        </p:spPr>
      </p:sp>
      <p:sp>
        <p:nvSpPr>
          <p:cNvPr id="25" name="Text 19"/>
          <p:cNvSpPr/>
          <p:nvPr/>
        </p:nvSpPr>
        <p:spPr>
          <a:xfrm>
            <a:off x="7360920" y="29626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6ABL6031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7360920" y="3456432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091E2B"/>
          </a:solidFill>
          <a:ln/>
        </p:spPr>
      </p:sp>
      <p:sp>
        <p:nvSpPr>
          <p:cNvPr id="27" name="Text 21"/>
          <p:cNvSpPr/>
          <p:nvPr/>
        </p:nvSpPr>
        <p:spPr>
          <a:xfrm>
            <a:off x="7360920" y="34564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6ABL6032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360920" y="3950208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091E2B"/>
          </a:solidFill>
          <a:ln/>
        </p:spPr>
      </p:sp>
      <p:sp>
        <p:nvSpPr>
          <p:cNvPr id="29" name="Text 23"/>
          <p:cNvSpPr/>
          <p:nvPr/>
        </p:nvSpPr>
        <p:spPr>
          <a:xfrm>
            <a:off x="7360920" y="39502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6ABL0112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360920" y="4443984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091E2B"/>
          </a:solidFill>
          <a:ln/>
        </p:spPr>
      </p:sp>
      <p:sp>
        <p:nvSpPr>
          <p:cNvPr id="31" name="Text 25"/>
          <p:cNvSpPr/>
          <p:nvPr/>
        </p:nvSpPr>
        <p:spPr>
          <a:xfrm>
            <a:off x="7360920" y="44439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6ABL0121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777240" y="525780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0FBFA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3" name="Image 4" descr="icons/site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577840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783080" y="54406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"리프터 정체"라는 막연한 알람이 아니라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리프터(HID)가 문제인지 즉시 지목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운영자가 해당 설비만 점검.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1783080" y="60533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도구 연동: 발동이벤트 한 줄 → 점수·룰·원본 컬럼·실측값 자동 분해 (한줄분석 / 웹분석기 / LLM 스킬)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HUBROOM 이벤트 예측 — 산출물 및 성과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완료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78992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고도화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992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hubroom_predictor.py v6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5등급 · 진동흡수 · 유형라벨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16552" y="187452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1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72584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운영로그 파서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72584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운영로그_파서_v2.py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72584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정답지(Episode) 생성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10144" y="187452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1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1031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66176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HID 파악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66176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R-C 룰 rev_lids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66176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ID + 분석도구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성과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22960" y="4983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097280" y="51389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30~60분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1115568" y="5870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메신저보다 빠른 예측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416552" y="4983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690872" y="51389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3200" dirty="0"/>
          </a:p>
        </p:txBody>
      </p:sp>
      <p:sp>
        <p:nvSpPr>
          <p:cNvPr id="29" name="Text 24"/>
          <p:cNvSpPr/>
          <p:nvPr/>
        </p:nvSpPr>
        <p:spPr>
          <a:xfrm>
            <a:off x="4709160" y="5870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 정밀도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010144" y="4983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284464" y="51389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단위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8302752" y="5870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설비 지목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M16A HUBROOM 이벤트 예측 작업 보고</dc:title>
  <dc:subject>PptxGenJS Presentation</dc:subject>
  <dc:creator>John Forrest</dc:creator>
  <cp:lastModifiedBy>John Forrest</cp:lastModifiedBy>
  <cp:revision>1</cp:revision>
  <dcterms:created xsi:type="dcterms:W3CDTF">2026-06-16T05:22:56Z</dcterms:created>
  <dcterms:modified xsi:type="dcterms:W3CDTF">2026-06-16T05:22:56Z</dcterms:modified>
</cp:coreProperties>
</file>