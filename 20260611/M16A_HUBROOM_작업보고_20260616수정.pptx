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14B8A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0" y="365760"/>
            <a:ext cx="1463040" cy="1463040"/>
          </a:xfrm>
          <a:prstGeom prst="ellipse">
            <a:avLst/>
          </a:prstGeom>
          <a:solidFill>
            <a:srgbClr val="5EEAD4">
              <a:alpha val="20000"/>
            </a:srgbClr>
          </a:solidFill>
          <a:ln/>
        </p:spPr>
      </p:sp>
      <p:pic>
        <p:nvPicPr>
          <p:cNvPr id="4" name="Image 0" descr="icon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86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 FAB · AMHS 반송 정체 사전 예측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HUBROOM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예측 작업 보고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5156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hubroom_predictor.py v6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 V2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정답지(Episode) 생성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416052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43159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092440" y="4956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주변 HID 파악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92440" y="5303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리프터 개별 ID 특정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2026-06-16   ·   검증기간 2026-04 ~ 05 (56일)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룰베이스 고도화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441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hubroom_predictor.py  v6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148132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영역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(M16HUB/M14/M14B/M16A/M16B/M16/M16_PKT/M16_WT)을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매분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룰 평가 → 위험 점수·등급 산출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214884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진동 흡수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569464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잠깐 떨어졌다 다시 올라도 같은 사건으로 묶음 (gap 60분)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09981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31912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차단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100 미만은 사건 기록 X — 모니터링만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050792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142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라벨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4471416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HUB-FAB정체 / HUB-리프터역증가 / M14-Sorter대기 자동 분류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500176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0120" y="5093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지속성·재발생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5422392"/>
            <a:ext cx="6446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"지속 N분", "재발 N회" 컬럼 — 운영자 즉시 파악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053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등급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2286000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328416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328416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70832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4370832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13248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5413248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55664" y="5943600"/>
            <a:ext cx="987552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55664" y="5943600"/>
            <a:ext cx="987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발동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18120" y="2148840"/>
            <a:ext cx="3657600" cy="4343400"/>
          </a:xfrm>
          <a:prstGeom prst="roundRect">
            <a:avLst>
              <a:gd name="adj" fmla="val 225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37744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54964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  (2026-04 ~ 05)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092440" y="29260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4200" dirty="0"/>
          </a:p>
        </p:txBody>
      </p:sp>
      <p:sp>
        <p:nvSpPr>
          <p:cNvPr id="33" name="Text 29"/>
          <p:cNvSpPr/>
          <p:nvPr/>
        </p:nvSpPr>
        <p:spPr>
          <a:xfrm>
            <a:off x="8119872" y="3675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등급(160+) 정밀도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092440" y="409651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+32분</a:t>
            </a:r>
            <a:endParaRPr lang="en-US" sz="4200" dirty="0"/>
          </a:p>
        </p:txBody>
      </p:sp>
      <p:sp>
        <p:nvSpPr>
          <p:cNvPr id="35" name="Text 31"/>
          <p:cNvSpPr/>
          <p:nvPr/>
        </p:nvSpPr>
        <p:spPr>
          <a:xfrm>
            <a:off x="8119872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사전 예측 (메신저 대비)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092440" y="526694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0.5건</a:t>
            </a:r>
            <a:endParaRPr lang="en-US" sz="4200" dirty="0"/>
          </a:p>
        </p:txBody>
      </p:sp>
      <p:sp>
        <p:nvSpPr>
          <p:cNvPr id="37" name="Text 33"/>
          <p:cNvSpPr/>
          <p:nvPr/>
        </p:nvSpPr>
        <p:spPr>
          <a:xfrm>
            <a:off x="8119872" y="6016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발동 — 알람 피로도 낮음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운영로그 파서 V2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7724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메신저 채팅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구조화된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목록(Episode)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룰베이스 채점용 정답지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1627632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E2A3B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16276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"Deadlock 으로 OHT 정체중입니다"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77840" y="1627632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309360" y="162763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 </a:t>
            </a:r>
            <a:pPr indent="0" marL="0">
              <a:buNone/>
            </a:pPr>
            <a:r>
              <a:rPr lang="en-US" sz="14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18:34 / 정체·병목 / OHT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1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54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6종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78408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/ action / recovery / rollback / cancel / normal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65576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94176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6" name="Image 2" descr="icons/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66744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장애유형 7종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666744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정체·병목 / 브릿지 / 리프터 / CNV / MLUD / 통신·에러 / 기타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53912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1" name="Image 3" descr="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 묶기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1건에 여러 채팅 = 1건으로 (거품 제거)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842248" y="2788920"/>
            <a:ext cx="2587752" cy="2286000"/>
          </a:xfrm>
          <a:prstGeom prst="roundRect">
            <a:avLst>
              <a:gd name="adj" fmla="val 3200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070848" y="301752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6" name="Image 4" descr="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008" y="31546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43416" y="37673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처리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043416" y="4160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orphan(선행 fault 없는 복구) · CAPA변경(운영자 조치)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7240" y="53492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5" descr="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650992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828800" y="54864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62건 메시지</a:t>
            </a:r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장애 4건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1828800" y="6035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(예시 5/25) 과대 카운트 제거 후 룰베이스 성능을 정확히 측정 가능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li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리프터 근처 HID 차량 현황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1344168" y="9692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M16A_BR OHT   ·   2026-04-21   ·   1분 단위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33502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17기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가장 가까운 HID 구역 매핑 → 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단위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진입 / 점유 / 포화도 집계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10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14:04 기준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76272"/>
          <a:ext cx="75895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234440"/>
                <a:gridCol w="1280160"/>
                <a:gridCol w="1143000"/>
                <a:gridCol w="1143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리프터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근처 HID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진입(대/분)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포화도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4ABLD111~D132, H401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/ 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6ABL6021 / 6031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/ 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6ABL6011 / 6012 / 6032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HID32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/ 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6ABL0111 / 0112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/ 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6ABL0121 / 0122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HID28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/ 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641080" y="2176272"/>
            <a:ext cx="2834640" cy="2432304"/>
          </a:xfrm>
          <a:prstGeom prst="roundRect">
            <a:avLst>
              <a:gd name="adj" fmla="val 338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86968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최대 포화도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869680" y="2724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5000" dirty="0"/>
          </a:p>
        </p:txBody>
      </p:sp>
      <p:sp>
        <p:nvSpPr>
          <p:cNvPr id="11" name="Text 7"/>
          <p:cNvSpPr/>
          <p:nvPr/>
        </p:nvSpPr>
        <p:spPr>
          <a:xfrm>
            <a:off x="8869680" y="3675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14:52 · HID24 · 25/30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병목 발생 구간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77240" y="495604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14984" y="5157216"/>
            <a:ext cx="457200" cy="45720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4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525780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18488" y="5175504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구역·시간대 식별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14984" y="5687568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포화도 높은 리프터 근처 = 정체 위험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370832" y="495604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08576" y="5157216"/>
            <a:ext cx="457200" cy="45720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9" name="Image 2" descr="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2578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5175504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병목 감지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608576" y="5687568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시각 포화도 급등 = 일시 정체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964424" y="4956048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0FBF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02168" y="5157216"/>
            <a:ext cx="457200" cy="45720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4" name="Image 3" descr="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525780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05672" y="5175504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근거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202168" y="5687568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증설 · 경로/스케줄 조정 판단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777240" y="6382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결과.csv (1분 단위 × 리프터 17기)  ·  자동화 도구 2종 (개수 집계 / 포화도 분석)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HUBROOM 이벤트 예측 — 산출물 및 성과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완료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78992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고도화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hubroom_predictor.py v6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5등급 · 진동흡수 · 유형라벨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2352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72584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운영로그 파서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2584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운영로그_파서_v2.py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72584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정답지(Episode) 생성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10144" y="187452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091E2B"/>
          </a:solidFill>
          <a:ln w="12700">
            <a:solidFill>
              <a:srgbClr val="1C3A4F"/>
            </a:solidFill>
            <a:prstDash val="solid"/>
          </a:ln>
        </p:spPr>
      </p:sp>
      <p:pic>
        <p:nvPicPr>
          <p:cNvPr id="1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1031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6176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HID 현황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66176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결과.csv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66176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17기 진입·포화도 + 도구 2종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29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2960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097280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30~60분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1115568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메신저보다 빠른 예측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416552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690872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75%</a:t>
            </a:r>
            <a:endParaRPr lang="en-US" sz="3200" dirty="0"/>
          </a:p>
        </p:txBody>
      </p:sp>
      <p:sp>
        <p:nvSpPr>
          <p:cNvPr id="29" name="Text 24"/>
          <p:cNvSpPr/>
          <p:nvPr/>
        </p:nvSpPr>
        <p:spPr>
          <a:xfrm>
            <a:off x="4709160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 정밀도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010144" y="4983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284464" y="51389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17기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8302752" y="5870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리프터 포화도·병목 분석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M16A HUBROOM 이벤트 예측 작업 보고</dc:title>
  <dc:subject>PptxGenJS Presentation</dc:subject>
  <dc:creator>John Forrest</dc:creator>
  <cp:lastModifiedBy>John Forrest</cp:lastModifiedBy>
  <cp:revision>1</cp:revision>
  <dcterms:created xsi:type="dcterms:W3CDTF">2026-06-16T05:43:04Z</dcterms:created>
  <dcterms:modified xsi:type="dcterms:W3CDTF">2026-06-16T05:43:04Z</dcterms:modified>
</cp:coreProperties>
</file>